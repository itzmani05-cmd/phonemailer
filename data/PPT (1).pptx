
<file path=[Content_Types].xml><?xml version="1.0" encoding="utf-8"?>
<Types xmlns="http://schemas.openxmlformats.org/package/2006/content-types">
  <Default ContentType="application/xml" Extension="xml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3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07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177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8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53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58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63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86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88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053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236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BBDFA-DDAA-42AC-B0BD-81671FFBF0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21BBC-8C34-4815-A619-353AA6BB8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8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3" t="25688" r="30070" b="43590"/>
          <a:stretch/>
        </p:blipFill>
        <p:spPr>
          <a:xfrm>
            <a:off x="3699544" y="1545077"/>
            <a:ext cx="1476463" cy="11409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1" t="9636" r="14243" b="19847"/>
          <a:stretch/>
        </p:blipFill>
        <p:spPr>
          <a:xfrm>
            <a:off x="6279404" y="1164231"/>
            <a:ext cx="1883991" cy="17543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2513" y="3461592"/>
            <a:ext cx="6333785" cy="17543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rgbClr val="1F2839"/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ALPHASTACK</a:t>
            </a:r>
          </a:p>
          <a:p>
            <a:pPr algn="ctr"/>
            <a:r>
              <a:rPr lang="en-US" sz="5400" b="1" dirty="0">
                <a:solidFill>
                  <a:srgbClr val="1F2839"/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7-DAY BUILDATHON</a:t>
            </a:r>
          </a:p>
        </p:txBody>
      </p:sp>
    </p:spTree>
    <p:extLst>
      <p:ext uri="{BB962C8B-B14F-4D97-AF65-F5344CB8AC3E}">
        <p14:creationId xmlns:p14="http://schemas.microsoft.com/office/powerpoint/2010/main" val="367931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2A701-01F2-714E-A3F6-832D619AD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0322E1-51F4-DD51-1C01-1343FB5283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3" t="25688" r="30070" b="43590"/>
          <a:stretch/>
        </p:blipFill>
        <p:spPr>
          <a:xfrm>
            <a:off x="219720" y="407268"/>
            <a:ext cx="1476463" cy="1140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D91E35-4762-2303-FB96-D43C8E67BD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1" t="9636" r="14243" b="19847"/>
          <a:stretch/>
        </p:blipFill>
        <p:spPr>
          <a:xfrm>
            <a:off x="10088289" y="100541"/>
            <a:ext cx="1883991" cy="17543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01434B-C4D9-2362-F946-00FA35AD9D50}"/>
              </a:ext>
            </a:extLst>
          </p:cNvPr>
          <p:cNvSpPr txBox="1"/>
          <p:nvPr/>
        </p:nvSpPr>
        <p:spPr>
          <a:xfrm>
            <a:off x="2259049" y="1634185"/>
            <a:ext cx="7673896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1F2839"/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WHAT YOU’LL BE BUILDING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B783DB-C861-2237-DB58-4A63DAED38CD}"/>
              </a:ext>
            </a:extLst>
          </p:cNvPr>
          <p:cNvSpPr txBox="1"/>
          <p:nvPr/>
        </p:nvSpPr>
        <p:spPr>
          <a:xfrm>
            <a:off x="4071003" y="2521059"/>
            <a:ext cx="4049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EMAIL APPLICATION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ED7410-E78F-782C-04D9-8F8BC6A6E08F}"/>
              </a:ext>
            </a:extLst>
          </p:cNvPr>
          <p:cNvCxnSpPr>
            <a:cxnSpLocks/>
          </p:cNvCxnSpPr>
          <p:nvPr/>
        </p:nvCxnSpPr>
        <p:spPr>
          <a:xfrm>
            <a:off x="6095998" y="3321698"/>
            <a:ext cx="0" cy="3116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BE323CB-6C9D-F74D-A4DB-DF0C6DE18740}"/>
              </a:ext>
            </a:extLst>
          </p:cNvPr>
          <p:cNvSpPr txBox="1"/>
          <p:nvPr/>
        </p:nvSpPr>
        <p:spPr>
          <a:xfrm>
            <a:off x="7999693" y="4356690"/>
            <a:ext cx="2637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WEB INTERFACE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0B147B-0F31-500D-D9B4-F673E59DDEE5}"/>
              </a:ext>
            </a:extLst>
          </p:cNvPr>
          <p:cNvSpPr txBox="1"/>
          <p:nvPr/>
        </p:nvSpPr>
        <p:spPr>
          <a:xfrm>
            <a:off x="1394383" y="4356690"/>
            <a:ext cx="3202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MOBILE 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442A4-5B23-159B-707A-FAED8BD4E96D}"/>
              </a:ext>
            </a:extLst>
          </p:cNvPr>
          <p:cNvSpPr txBox="1"/>
          <p:nvPr/>
        </p:nvSpPr>
        <p:spPr>
          <a:xfrm>
            <a:off x="1512600" y="4781164"/>
            <a:ext cx="3202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*</a:t>
            </a:r>
            <a:r>
              <a:rPr lang="en-IN" dirty="0"/>
              <a:t>prioritize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4640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D133C-2917-4646-D879-54FFDC6A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69E14C-617B-1E96-2712-073DB1C3DD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3" t="25688" r="30070" b="43590"/>
          <a:stretch/>
        </p:blipFill>
        <p:spPr>
          <a:xfrm>
            <a:off x="219720" y="407268"/>
            <a:ext cx="1476463" cy="1140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2455C7-83E6-02FA-EBF1-8ECF5B8C87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1" t="9636" r="14243" b="19847"/>
          <a:stretch/>
        </p:blipFill>
        <p:spPr>
          <a:xfrm>
            <a:off x="10088289" y="100541"/>
            <a:ext cx="1883991" cy="17543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6F5D30-6A46-9742-A0CA-78EDBB9DA4CF}"/>
              </a:ext>
            </a:extLst>
          </p:cNvPr>
          <p:cNvSpPr txBox="1"/>
          <p:nvPr/>
        </p:nvSpPr>
        <p:spPr>
          <a:xfrm>
            <a:off x="3219252" y="1634185"/>
            <a:ext cx="5753498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1F2839"/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KEY TECHNOLOGIES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37226-8830-2785-9A6C-3B751064A823}"/>
              </a:ext>
            </a:extLst>
          </p:cNvPr>
          <p:cNvSpPr txBox="1"/>
          <p:nvPr/>
        </p:nvSpPr>
        <p:spPr>
          <a:xfrm>
            <a:off x="1696182" y="2905780"/>
            <a:ext cx="852083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SMTP (local)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Twilio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/>
              <a:t>Interactive Voice Response (IVR)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/>
              <a:t>SMS Gateway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Web frontend/backend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Docker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230100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77660-F35B-220E-45E0-4B80DB60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0EB57C-C7A6-7887-E11A-DB00D92FD8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3" t="25688" r="30070" b="43590"/>
          <a:stretch/>
        </p:blipFill>
        <p:spPr>
          <a:xfrm>
            <a:off x="219720" y="407268"/>
            <a:ext cx="1476463" cy="1140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139C9F-AF98-31CF-DF58-22C61EACBB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1" t="9636" r="14243" b="19847"/>
          <a:stretch/>
        </p:blipFill>
        <p:spPr>
          <a:xfrm>
            <a:off x="10088289" y="100541"/>
            <a:ext cx="1883991" cy="17543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6781FE-9C81-9F63-D8E8-BE0FD3180DF9}"/>
              </a:ext>
            </a:extLst>
          </p:cNvPr>
          <p:cNvSpPr txBox="1"/>
          <p:nvPr/>
        </p:nvSpPr>
        <p:spPr>
          <a:xfrm>
            <a:off x="3761080" y="1634185"/>
            <a:ext cx="4669869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1F2839"/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3A197E-6828-122F-1B40-1FC56DE0150B}"/>
              </a:ext>
            </a:extLst>
          </p:cNvPr>
          <p:cNvSpPr txBox="1"/>
          <p:nvPr/>
        </p:nvSpPr>
        <p:spPr>
          <a:xfrm>
            <a:off x="1696182" y="2905780"/>
            <a:ext cx="852083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All the features implemented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Adherence to design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Backend: node.js, Go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Proper documentation (README.md)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Entire application </a:t>
            </a:r>
            <a:r>
              <a:rPr lang="en-IN" sz="2800" dirty="0" err="1"/>
              <a:t>dockerized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Docker compose (docker compose up –d)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4220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294F3-6C4D-2F09-7DE8-0C17ADB62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3011D2-DE8F-C9C9-7DCC-DA1C1CA3AA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3" t="25688" r="30070" b="43590"/>
          <a:stretch/>
        </p:blipFill>
        <p:spPr>
          <a:xfrm>
            <a:off x="219720" y="407268"/>
            <a:ext cx="1476463" cy="1140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F4B9F6-8DE8-219E-D605-BB17C69400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1" t="9636" r="14243" b="19847"/>
          <a:stretch/>
        </p:blipFill>
        <p:spPr>
          <a:xfrm>
            <a:off x="10088289" y="100541"/>
            <a:ext cx="1883991" cy="17543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DC7FB2-0234-3767-3340-A2EC59C00724}"/>
              </a:ext>
            </a:extLst>
          </p:cNvPr>
          <p:cNvSpPr txBox="1"/>
          <p:nvPr/>
        </p:nvSpPr>
        <p:spPr>
          <a:xfrm>
            <a:off x="3950240" y="1634185"/>
            <a:ext cx="4291559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rgbClr val="1F2839"/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GOOD TO HAVE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495C03-3459-7E42-4469-418D994BC7B0}"/>
              </a:ext>
            </a:extLst>
          </p:cNvPr>
          <p:cNvSpPr txBox="1"/>
          <p:nvPr/>
        </p:nvSpPr>
        <p:spPr>
          <a:xfrm>
            <a:off x="1696182" y="2905780"/>
            <a:ext cx="85208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Creative tech stack choices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User accessibility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OTP-based login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Interface responsiveness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Security features</a:t>
            </a:r>
          </a:p>
        </p:txBody>
      </p:sp>
    </p:spTree>
    <p:extLst>
      <p:ext uri="{BB962C8B-B14F-4D97-AF65-F5344CB8AC3E}">
        <p14:creationId xmlns:p14="http://schemas.microsoft.com/office/powerpoint/2010/main" val="15525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1CA56-E378-16D0-A60A-60D2CDFE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A4AC3E-0F22-94E9-EAA8-FD9BD19D09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3" t="25688" r="30070" b="43590"/>
          <a:stretch/>
        </p:blipFill>
        <p:spPr>
          <a:xfrm>
            <a:off x="219720" y="407268"/>
            <a:ext cx="1476463" cy="1140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7752A2-E18E-FBBF-E475-576D442201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1" t="9636" r="14243" b="19847"/>
          <a:stretch/>
        </p:blipFill>
        <p:spPr>
          <a:xfrm>
            <a:off x="10088289" y="100541"/>
            <a:ext cx="1883991" cy="17543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F29CFE-6958-AB54-91D4-9CFB95803472}"/>
              </a:ext>
            </a:extLst>
          </p:cNvPr>
          <p:cNvSpPr txBox="1"/>
          <p:nvPr/>
        </p:nvSpPr>
        <p:spPr>
          <a:xfrm>
            <a:off x="5100376" y="3013501"/>
            <a:ext cx="1991251" cy="12003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rgbClr val="1F2839"/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775879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